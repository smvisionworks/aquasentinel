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Mpumalanga Water Crisis: Decentralised AMD Solution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2387"/>
            <a:ext cx="6296860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Challenge: Acid Mine Drainage Threatens Water Security</a:t>
            </a:r>
            <a:endParaRPr lang="en-US" sz="3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325390"/>
            <a:ext cx="6296860" cy="1236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6879" y="2512715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Toxic Runoff at Scale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496879" y="2865636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Coal mining runoff contaminates Mpumalanga's water infrastructure with heavy metals and sulfuric acid, threatening communities and ecosystems.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712071"/>
            <a:ext cx="6296860" cy="12367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6879" y="3899396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Centralised Systems Are Failing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496879" y="4252317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treatment infrastructure is slow, expensive, and unable to prevent localised contamination events before they spread.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098752"/>
            <a:ext cx="6296860" cy="12367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6879" y="5286077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Gap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496879" y="5638998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toxicity detection combined with automated response at the source — this capability does not yet exist at meaningful scale in the region.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093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AquaSentinel: Autonomous Water Monitoring &amp; Control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60253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3871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Sensing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4739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Field nodes continuously measure soil moisture, water presence, and contamination levels — every second, without interruption.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660253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13871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Autonomous Valve Control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4739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On-device logic acts instantly — closing valves the moment contamination exceeds safe thresholds, opening only when water is safe and soil is dry.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660253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13871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Compliance Dashboard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547394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reading is logged, timestamped, and available for live monitoring and fully auditable compliance reporting.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74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Architecture: Field Node to Cloud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29941"/>
            <a:ext cx="6918350" cy="31661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9165" y="2638461"/>
            <a:ext cx="1530381" cy="19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Layer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29165" y="2884179"/>
            <a:ext cx="1686820" cy="29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Microcontroller, servo valve, weatherproof enclosure, probe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45548" y="3606239"/>
            <a:ext cx="1530381" cy="19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Safety-First Logic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5143" y="3851957"/>
            <a:ext cx="1550787" cy="437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Contamination threshold closes valve; moisture checks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29165" y="4216494"/>
            <a:ext cx="1530381" cy="19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Backend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29165" y="4462211"/>
            <a:ext cx="1686820" cy="29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Firestore, Cloud Functions, auth, compliance dashboard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04074" y="1463973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004074" y="1886744"/>
            <a:ext cx="3532397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Microcontroller paired with a servo-driven valve, housed in a weatherproof 3D-printed enclosure with a dedicated waterproof probe pod — robust, low-cost, and field-ready.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04074" y="3086894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Safety-First Logic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04074" y="3509665"/>
            <a:ext cx="3532397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Contamination threshold triggers immediate valve closure. Secondary checks evaluate water presence and soil moisture before any open command is issued.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4074" y="4709815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Backend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004074" y="5132586"/>
            <a:ext cx="3532397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Firestore and Cloud Functions handle ingestion, storage, and authentication — integrating cleanly with the existing compliance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551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Works: Efficiency, Auditability, Scalability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74838"/>
            <a:ext cx="3496877" cy="3067546"/>
          </a:xfrm>
          <a:prstGeom prst="roundRect">
            <a:avLst>
              <a:gd name="adj" fmla="val 25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87020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3026073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62624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Efficiency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4034929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decisions every second reduce wasted water. Unsafe conditions are caught and contained immediately — no manual site visits required.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674838"/>
            <a:ext cx="3496877" cy="3067546"/>
          </a:xfrm>
          <a:prstGeom prst="roundRect">
            <a:avLst>
              <a:gd name="adj" fmla="val 25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287020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3026073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362624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Auditability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4034929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reading is timestamped and logged. Operators receive a complete, verifiable record — ready for regulatory compliance at any time.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2674838"/>
            <a:ext cx="3496877" cy="3067546"/>
          </a:xfrm>
          <a:prstGeom prst="roundRect">
            <a:avLst>
              <a:gd name="adj" fmla="val 25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287020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3026073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362624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Scalability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4034929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Inexpensive sensors and a 3D-printable enclosure keep per-node costs low. The same design scales from a single prototype to many distributed field sites.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5543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Status &amp; Next Steps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097236" y="1529556"/>
            <a:ext cx="3190101" cy="4673005"/>
          </a:xfrm>
          <a:prstGeom prst="roundRect">
            <a:avLst>
              <a:gd name="adj" fmla="val 426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86243" y="1718568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What's Delivered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86243" y="2202855"/>
            <a:ext cx="2812087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Working prototype with autonomous valve control logic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ingestion pipeline live (Firestore + Cloud Functions)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dashboard integration complete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18719" y="1718568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Progress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18719" y="2202855"/>
            <a:ext cx="2917851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live field operation testing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board selection finalised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UI refinement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18719" y="4036120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Path Forward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18719" y="4520406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field verification followed by production-ready deployment across Mpumalanga's most affected water corridors. Your support makes this possible.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2026-09-17T19:54:25Z</dcterms:created>
  <dcterms:modified xsi:type="dcterms:W3CDTF">2026-09-17T19:54:25Z</dcterms:modified>
</cp:coreProperties>
</file>