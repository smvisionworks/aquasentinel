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athi Mnisi" userId="97c2e3a7ec097015" providerId="LiveId" clId="{B90F437B-318A-4889-81CF-C1F35D0BB6E0}"/>
    <pc:docChg chg="undo custSel addSld delSld modSld sldOrd">
      <pc:chgData name="Unathi Mnisi" userId="97c2e3a7ec097015" providerId="LiveId" clId="{B90F437B-318A-4889-81CF-C1F35D0BB6E0}" dt="2026-09-18T08:01:30.309" v="61" actId="1076"/>
      <pc:docMkLst>
        <pc:docMk/>
      </pc:docMkLst>
      <pc:sldChg chg="addSp delSp modSp mod">
        <pc:chgData name="Unathi Mnisi" userId="97c2e3a7ec097015" providerId="LiveId" clId="{B90F437B-318A-4889-81CF-C1F35D0BB6E0}" dt="2026-09-18T07:55:09.677" v="35" actId="208"/>
        <pc:sldMkLst>
          <pc:docMk/>
          <pc:sldMk cId="0" sldId="256"/>
        </pc:sldMkLst>
        <pc:spChg chg="del">
          <ac:chgData name="Unathi Mnisi" userId="97c2e3a7ec097015" providerId="LiveId" clId="{B90F437B-318A-4889-81CF-C1F35D0BB6E0}" dt="2026-09-18T07:54:47.954" v="30" actId="478"/>
          <ac:spMkLst>
            <pc:docMk/>
            <pc:sldMk cId="0" sldId="256"/>
            <ac:spMk id="6" creationId="{00000000-0000-0000-0000-000000000000}"/>
          </ac:spMkLst>
        </pc:spChg>
        <pc:picChg chg="del">
          <ac:chgData name="Unathi Mnisi" userId="97c2e3a7ec097015" providerId="LiveId" clId="{B90F437B-318A-4889-81CF-C1F35D0BB6E0}" dt="2026-09-18T07:54:46.331" v="29" actId="478"/>
          <ac:picMkLst>
            <pc:docMk/>
            <pc:sldMk cId="0" sldId="256"/>
            <ac:picMk id="7" creationId="{00000000-0000-0000-0000-000000000000}"/>
          </ac:picMkLst>
        </pc:picChg>
        <pc:picChg chg="add del mod">
          <ac:chgData name="Unathi Mnisi" userId="97c2e3a7ec097015" providerId="LiveId" clId="{B90F437B-318A-4889-81CF-C1F35D0BB6E0}" dt="2026-09-18T07:54:11.120" v="18" actId="931"/>
          <ac:picMkLst>
            <pc:docMk/>
            <pc:sldMk cId="0" sldId="256"/>
            <ac:picMk id="9" creationId="{2342CC56-752D-298B-3547-9F2D8AB79AA5}"/>
          </ac:picMkLst>
        </pc:picChg>
        <pc:picChg chg="add del mod">
          <ac:chgData name="Unathi Mnisi" userId="97c2e3a7ec097015" providerId="LiveId" clId="{B90F437B-318A-4889-81CF-C1F35D0BB6E0}" dt="2026-09-18T07:54:11.120" v="18" actId="931"/>
          <ac:picMkLst>
            <pc:docMk/>
            <pc:sldMk cId="0" sldId="256"/>
            <ac:picMk id="11" creationId="{BC6E8143-43E2-2993-3191-333AA94F7FD9}"/>
          </ac:picMkLst>
        </pc:picChg>
        <pc:picChg chg="add mod">
          <ac:chgData name="Unathi Mnisi" userId="97c2e3a7ec097015" providerId="LiveId" clId="{B90F437B-318A-4889-81CF-C1F35D0BB6E0}" dt="2026-09-18T07:55:09.677" v="35" actId="208"/>
          <ac:picMkLst>
            <pc:docMk/>
            <pc:sldMk cId="0" sldId="256"/>
            <ac:picMk id="13" creationId="{85C69E4C-271B-C31C-94FF-385F84A319B7}"/>
          </ac:picMkLst>
        </pc:picChg>
        <pc:picChg chg="add mod">
          <ac:chgData name="Unathi Mnisi" userId="97c2e3a7ec097015" providerId="LiveId" clId="{B90F437B-318A-4889-81CF-C1F35D0BB6E0}" dt="2026-09-18T07:55:09.677" v="35" actId="208"/>
          <ac:picMkLst>
            <pc:docMk/>
            <pc:sldMk cId="0" sldId="256"/>
            <ac:picMk id="15" creationId="{452B50A3-A99D-3361-9A43-A6CE02A5999E}"/>
          </ac:picMkLst>
        </pc:picChg>
      </pc:sldChg>
      <pc:sldChg chg="addSp modSp new mod setBg">
        <pc:chgData name="Unathi Mnisi" userId="97c2e3a7ec097015" providerId="LiveId" clId="{B90F437B-318A-4889-81CF-C1F35D0BB6E0}" dt="2026-09-18T08:01:30.309" v="61" actId="1076"/>
        <pc:sldMkLst>
          <pc:docMk/>
          <pc:sldMk cId="414578199" sldId="266"/>
        </pc:sldMkLst>
        <pc:spChg chg="add">
          <ac:chgData name="Unathi Mnisi" userId="97c2e3a7ec097015" providerId="LiveId" clId="{B90F437B-318A-4889-81CF-C1F35D0BB6E0}" dt="2026-09-18T07:56:42.728" v="40" actId="26606"/>
          <ac:spMkLst>
            <pc:docMk/>
            <pc:sldMk cId="414578199" sldId="266"/>
            <ac:spMk id="10" creationId="{69D184B2-2226-4E31-BCCB-444330767440}"/>
          </ac:spMkLst>
        </pc:spChg>
        <pc:spChg chg="add">
          <ac:chgData name="Unathi Mnisi" userId="97c2e3a7ec097015" providerId="LiveId" clId="{B90F437B-318A-4889-81CF-C1F35D0BB6E0}" dt="2026-09-18T07:56:42.728" v="40" actId="26606"/>
          <ac:spMkLst>
            <pc:docMk/>
            <pc:sldMk cId="414578199" sldId="266"/>
            <ac:spMk id="12" creationId="{1AC4D4E3-486A-464A-8EC8-D44881097267}"/>
          </ac:spMkLst>
        </pc:spChg>
        <pc:spChg chg="add">
          <ac:chgData name="Unathi Mnisi" userId="97c2e3a7ec097015" providerId="LiveId" clId="{B90F437B-318A-4889-81CF-C1F35D0BB6E0}" dt="2026-09-18T07:56:42.728" v="40" actId="26606"/>
          <ac:spMkLst>
            <pc:docMk/>
            <pc:sldMk cId="414578199" sldId="266"/>
            <ac:spMk id="14" creationId="{864DE13E-58EB-4475-B79C-0D4FC651239B}"/>
          </ac:spMkLst>
        </pc:spChg>
        <pc:picChg chg="add mod ord">
          <ac:chgData name="Unathi Mnisi" userId="97c2e3a7ec097015" providerId="LiveId" clId="{B90F437B-318A-4889-81CF-C1F35D0BB6E0}" dt="2026-09-18T08:01:17.282" v="57" actId="1076"/>
          <ac:picMkLst>
            <pc:docMk/>
            <pc:sldMk cId="414578199" sldId="266"/>
            <ac:picMk id="3" creationId="{27FBA939-F323-66FD-A523-6B7032BDA6B2}"/>
          </ac:picMkLst>
        </pc:picChg>
        <pc:picChg chg="add mod">
          <ac:chgData name="Unathi Mnisi" userId="97c2e3a7ec097015" providerId="LiveId" clId="{B90F437B-318A-4889-81CF-C1F35D0BB6E0}" dt="2026-09-18T08:01:30.309" v="61" actId="1076"/>
          <ac:picMkLst>
            <pc:docMk/>
            <pc:sldMk cId="414578199" sldId="266"/>
            <ac:picMk id="5" creationId="{9B74984A-375E-6D17-ED88-AF23A8B95438}"/>
          </ac:picMkLst>
        </pc:picChg>
        <pc:cxnChg chg="add">
          <ac:chgData name="Unathi Mnisi" userId="97c2e3a7ec097015" providerId="LiveId" clId="{B90F437B-318A-4889-81CF-C1F35D0BB6E0}" dt="2026-09-18T07:56:42.728" v="40" actId="26606"/>
          <ac:cxnSpMkLst>
            <pc:docMk/>
            <pc:sldMk cId="414578199" sldId="266"/>
            <ac:cxnSpMk id="16" creationId="{02E9B2EE-76CA-47F3-9977-3F2FCB7FD252}"/>
          </ac:cxnSpMkLst>
        </pc:cxnChg>
      </pc:sldChg>
      <pc:sldChg chg="addSp delSp modSp add del mod ord setBg">
        <pc:chgData name="Unathi Mnisi" userId="97c2e3a7ec097015" providerId="LiveId" clId="{B90F437B-318A-4889-81CF-C1F35D0BB6E0}" dt="2026-09-18T07:55:36.219" v="36" actId="2696"/>
        <pc:sldMkLst>
          <pc:docMk/>
          <pc:sldMk cId="2090595634" sldId="266"/>
        </pc:sldMkLst>
        <pc:spChg chg="add del">
          <ac:chgData name="Unathi Mnisi" userId="97c2e3a7ec097015" providerId="LiveId" clId="{B90F437B-318A-4889-81CF-C1F35D0BB6E0}" dt="2026-09-18T07:51:01.304" v="2" actId="26606"/>
          <ac:spMkLst>
            <pc:docMk/>
            <pc:sldMk cId="2090595634" sldId="266"/>
            <ac:spMk id="10" creationId="{22C6C9C9-83BF-4A6C-A1BF-C1735C61B4FF}"/>
          </ac:spMkLst>
        </pc:spChg>
        <pc:spChg chg="add del">
          <ac:chgData name="Unathi Mnisi" userId="97c2e3a7ec097015" providerId="LiveId" clId="{B90F437B-318A-4889-81CF-C1F35D0BB6E0}" dt="2026-09-18T07:51:04.584" v="4" actId="26606"/>
          <ac:spMkLst>
            <pc:docMk/>
            <pc:sldMk cId="2090595634" sldId="266"/>
            <ac:spMk id="12" creationId="{968DB88C-7EF2-487C-85D1-848F61F13E3F}"/>
          </ac:spMkLst>
        </pc:spChg>
        <pc:spChg chg="add del">
          <ac:chgData name="Unathi Mnisi" userId="97c2e3a7ec097015" providerId="LiveId" clId="{B90F437B-318A-4889-81CF-C1F35D0BB6E0}" dt="2026-09-18T07:51:04.584" v="4" actId="26606"/>
          <ac:spMkLst>
            <pc:docMk/>
            <pc:sldMk cId="2090595634" sldId="266"/>
            <ac:spMk id="13" creationId="{D99D2C73-08B0-4F6B-A8E9-4651E6BDBE48}"/>
          </ac:spMkLst>
        </pc:spChg>
        <pc:spChg chg="add del">
          <ac:chgData name="Unathi Mnisi" userId="97c2e3a7ec097015" providerId="LiveId" clId="{B90F437B-318A-4889-81CF-C1F35D0BB6E0}" dt="2026-09-18T07:51:07.452" v="6" actId="26606"/>
          <ac:spMkLst>
            <pc:docMk/>
            <pc:sldMk cId="2090595634" sldId="266"/>
            <ac:spMk id="14" creationId="{5DFACEB2-7564-4FB9-B739-C2CE339BA3D2}"/>
          </ac:spMkLst>
        </pc:spChg>
        <pc:spChg chg="add del">
          <ac:chgData name="Unathi Mnisi" userId="97c2e3a7ec097015" providerId="LiveId" clId="{B90F437B-318A-4889-81CF-C1F35D0BB6E0}" dt="2026-09-18T07:51:07.452" v="6" actId="26606"/>
          <ac:spMkLst>
            <pc:docMk/>
            <pc:sldMk cId="2090595634" sldId="266"/>
            <ac:spMk id="15" creationId="{73EDB3DA-AEF0-428A-A317-C42827E6C836}"/>
          </ac:spMkLst>
        </pc:spChg>
        <pc:spChg chg="add del">
          <ac:chgData name="Unathi Mnisi" userId="97c2e3a7ec097015" providerId="LiveId" clId="{B90F437B-318A-4889-81CF-C1F35D0BB6E0}" dt="2026-09-18T07:51:07.452" v="6" actId="26606"/>
          <ac:spMkLst>
            <pc:docMk/>
            <pc:sldMk cId="2090595634" sldId="266"/>
            <ac:spMk id="16" creationId="{4A06AD8B-0227-4FF6-AEB4-C66C5A5398C1}"/>
          </ac:spMkLst>
        </pc:spChg>
        <pc:spChg chg="add del">
          <ac:chgData name="Unathi Mnisi" userId="97c2e3a7ec097015" providerId="LiveId" clId="{B90F437B-318A-4889-81CF-C1F35D0BB6E0}" dt="2026-09-18T07:51:10.393" v="8" actId="26606"/>
          <ac:spMkLst>
            <pc:docMk/>
            <pc:sldMk cId="2090595634" sldId="266"/>
            <ac:spMk id="18" creationId="{80CCAACE-815D-4A79-875A-B7EFC28F7D2B}"/>
          </ac:spMkLst>
        </pc:spChg>
        <pc:spChg chg="add del">
          <ac:chgData name="Unathi Mnisi" userId="97c2e3a7ec097015" providerId="LiveId" clId="{B90F437B-318A-4889-81CF-C1F35D0BB6E0}" dt="2026-09-18T07:51:26.443" v="10" actId="26606"/>
          <ac:spMkLst>
            <pc:docMk/>
            <pc:sldMk cId="2090595634" sldId="266"/>
            <ac:spMk id="20" creationId="{22C6C9C9-83BF-4A6C-A1BF-C1735C61B4FF}"/>
          </ac:spMkLst>
        </pc:spChg>
        <pc:spChg chg="add del">
          <ac:chgData name="Unathi Mnisi" userId="97c2e3a7ec097015" providerId="LiveId" clId="{B90F437B-318A-4889-81CF-C1F35D0BB6E0}" dt="2026-09-18T07:51:52.123" v="12" actId="26606"/>
          <ac:spMkLst>
            <pc:docMk/>
            <pc:sldMk cId="2090595634" sldId="266"/>
            <ac:spMk id="22" creationId="{E97C36FC-DEAA-4DCA-B0AB-7F9357FA4016}"/>
          </ac:spMkLst>
        </pc:spChg>
        <pc:spChg chg="add del">
          <ac:chgData name="Unathi Mnisi" userId="97c2e3a7ec097015" providerId="LiveId" clId="{B90F437B-318A-4889-81CF-C1F35D0BB6E0}" dt="2026-09-18T07:51:52.123" v="12" actId="26606"/>
          <ac:spMkLst>
            <pc:docMk/>
            <pc:sldMk cId="2090595634" sldId="266"/>
            <ac:spMk id="23" creationId="{278C38CD-A630-49FF-8417-6792A2B13FCA}"/>
          </ac:spMkLst>
        </pc:spChg>
        <pc:spChg chg="add del">
          <ac:chgData name="Unathi Mnisi" userId="97c2e3a7ec097015" providerId="LiveId" clId="{B90F437B-318A-4889-81CF-C1F35D0BB6E0}" dt="2026-09-18T07:52:24.910" v="13" actId="26606"/>
          <ac:spMkLst>
            <pc:docMk/>
            <pc:sldMk cId="2090595634" sldId="266"/>
            <ac:spMk id="28" creationId="{9E90EB45-EEE9-4563-8179-65EF62AE0978}"/>
          </ac:spMkLst>
        </pc:spChg>
        <pc:spChg chg="add del">
          <ac:chgData name="Unathi Mnisi" userId="97c2e3a7ec097015" providerId="LiveId" clId="{B90F437B-318A-4889-81CF-C1F35D0BB6E0}" dt="2026-09-18T07:52:24.910" v="13" actId="26606"/>
          <ac:spMkLst>
            <pc:docMk/>
            <pc:sldMk cId="2090595634" sldId="266"/>
            <ac:spMk id="30" creationId="{23D0EF74-AD1E-4FD9-914D-8EC9058EBBA3}"/>
          </ac:spMkLst>
        </pc:spChg>
        <pc:spChg chg="add">
          <ac:chgData name="Unathi Mnisi" userId="97c2e3a7ec097015" providerId="LiveId" clId="{B90F437B-318A-4889-81CF-C1F35D0BB6E0}" dt="2026-09-18T07:52:24.910" v="13" actId="26606"/>
          <ac:spMkLst>
            <pc:docMk/>
            <pc:sldMk cId="2090595634" sldId="266"/>
            <ac:spMk id="35" creationId="{69D184B2-2226-4E31-BCCB-444330767440}"/>
          </ac:spMkLst>
        </pc:spChg>
        <pc:spChg chg="add">
          <ac:chgData name="Unathi Mnisi" userId="97c2e3a7ec097015" providerId="LiveId" clId="{B90F437B-318A-4889-81CF-C1F35D0BB6E0}" dt="2026-09-18T07:52:24.910" v="13" actId="26606"/>
          <ac:spMkLst>
            <pc:docMk/>
            <pc:sldMk cId="2090595634" sldId="266"/>
            <ac:spMk id="37" creationId="{1AC4D4E3-486A-464A-8EC8-D44881097267}"/>
          </ac:spMkLst>
        </pc:spChg>
        <pc:spChg chg="add">
          <ac:chgData name="Unathi Mnisi" userId="97c2e3a7ec097015" providerId="LiveId" clId="{B90F437B-318A-4889-81CF-C1F35D0BB6E0}" dt="2026-09-18T07:52:24.910" v="13" actId="26606"/>
          <ac:spMkLst>
            <pc:docMk/>
            <pc:sldMk cId="2090595634" sldId="266"/>
            <ac:spMk id="39" creationId="{864DE13E-58EB-4475-B79C-0D4FC651239B}"/>
          </ac:spMkLst>
        </pc:spChg>
        <pc:picChg chg="add mod ord">
          <ac:chgData name="Unathi Mnisi" userId="97c2e3a7ec097015" providerId="LiveId" clId="{B90F437B-318A-4889-81CF-C1F35D0BB6E0}" dt="2026-09-18T07:52:24.910" v="13" actId="26606"/>
          <ac:picMkLst>
            <pc:docMk/>
            <pc:sldMk cId="2090595634" sldId="266"/>
            <ac:picMk id="3" creationId="{D5530A10-F986-D279-6632-83B487AAF464}"/>
          </ac:picMkLst>
        </pc:picChg>
        <pc:picChg chg="add mod ord">
          <ac:chgData name="Unathi Mnisi" userId="97c2e3a7ec097015" providerId="LiveId" clId="{B90F437B-318A-4889-81CF-C1F35D0BB6E0}" dt="2026-09-18T07:52:24.910" v="13" actId="26606"/>
          <ac:picMkLst>
            <pc:docMk/>
            <pc:sldMk cId="2090595634" sldId="266"/>
            <ac:picMk id="5" creationId="{519846E0-CB65-D7A1-F8D1-0FF039D5ED2A}"/>
          </ac:picMkLst>
        </pc:picChg>
        <pc:cxnChg chg="add">
          <ac:chgData name="Unathi Mnisi" userId="97c2e3a7ec097015" providerId="LiveId" clId="{B90F437B-318A-4889-81CF-C1F35D0BB6E0}" dt="2026-09-18T07:52:24.910" v="13" actId="26606"/>
          <ac:cxnSpMkLst>
            <pc:docMk/>
            <pc:sldMk cId="2090595634" sldId="266"/>
            <ac:cxnSpMk id="41" creationId="{02E9B2EE-76CA-47F3-9977-3F2FCB7FD25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88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</a:t>
            </a:r>
            <a:r>
              <a:rPr lang="en-US" sz="4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Monitor.  Detect.  Comply.  Protect.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697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mine toxic water before it reaches our rivers.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MICT HACKATHON 2026  ·  TEAM AQUASENTINEL</a:t>
            </a: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C69E4C-271B-C31C-94FF-385F84A319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3454"/>
          <a:stretch>
            <a:fillRect/>
          </a:stretch>
        </p:blipFill>
        <p:spPr>
          <a:xfrm>
            <a:off x="7223760" y="3533031"/>
            <a:ext cx="4616434" cy="2822049"/>
          </a:xfrm>
          <a:prstGeom prst="snip2DiagRect">
            <a:avLst>
              <a:gd name="adj1" fmla="val 26979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chemeClr val="bg2">
                <a:lumMod val="9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2B50A3-A99D-3361-9A43-A6CE02A599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44" b="3"/>
          <a:stretch>
            <a:fillRect/>
          </a:stretch>
        </p:blipFill>
        <p:spPr>
          <a:xfrm>
            <a:off x="7059168" y="376075"/>
            <a:ext cx="4644528" cy="272256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2">
                <a:lumMod val="9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Toxic Runoff Is A Massive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and dirty water leak out of mine sites and into our rivers and drinking water — and in South Africa, it happens all the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⛏️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90472" y="26974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Runoff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90472" y="299008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and heavy metals leak straight out of mine sites into nearby rivers and streams.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33172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6446520" y="2743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6974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Poisons The Water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68312" y="299008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and farms downstream lose access to clean, safe drinking water.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868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90472" y="45262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Too Late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90472" y="481888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leaks are only discovered days later — after the damage is already done.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16052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6446520" y="45720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 txBox="1"/>
          <p:nvPr/>
        </p:nvSpPr>
        <p:spPr>
          <a:xfrm>
            <a:off x="6446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45262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Watching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68312" y="481888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mine site can't be checked by a person, every hour, every single day.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AquaSentinel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rig. Three real sensors. Watching the water non-stop.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8600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578608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water rising, or running dry?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🌫️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24612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538728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dirty or cloudy is the water, right now?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💨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20624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&amp; Gas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498848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breathe near the site?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822960" y="555955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 has to be there. AquaSentinel watches, decides, and acts on its own.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27064" y="1563624"/>
            <a:ext cx="5541264" cy="3559302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5400000" algn="bl" rotWithShape="0">
              <a:srgbClr val="0B1220">
                <a:alpha val="2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20" name="Image 0" descr="C:/Users/huawei/AppData/Local/Temp/claude/c--Users-huawei-AquaSentinel/620282f4-9a37-4fb2-8f4a-ba6a19369272/scratchpad/screenshots/pill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285232" cy="330327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Right Now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mockup — these readings are coming straight from our real sensor rig, live, as we speak.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19072" y="2020824"/>
            <a:ext cx="8759952" cy="400507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5400000" algn="bl" rotWithShape="0">
              <a:srgbClr val="0B1220">
                <a:alpha val="2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6" name="Image 0" descr="C:/Users/huawei/AppData/Local/Temp/claude/c--Users-huawei-AquaSentinel/620282f4-9a37-4fb2-8f4a-ba6a19369272/scratchpad/screenshots/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088" y="2148840"/>
            <a:ext cx="8503920" cy="3749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092440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8092440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UNATHI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Command Centre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57784" y="1655064"/>
            <a:ext cx="7205472" cy="4599432"/>
          </a:xfrm>
          <a:prstGeom prst="roundRect">
            <a:avLst>
              <a:gd name="adj" fmla="val 2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5400000" algn="bl" rotWithShape="0">
              <a:srgbClr val="0B1220">
                <a:alpha val="2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7" name="Image 0" descr="C:/Users/huawei/AppData/Local/Temp/claude/c--Users-huawei-AquaSentinel/620282f4-9a37-4fb2-8f4a-ba6a19369272/scratchpad/screenshots/command-centre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69494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15400" y="202082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 txBox="1"/>
          <p:nvPr/>
        </p:nvSpPr>
        <p:spPr>
          <a:xfrm>
            <a:off x="9189720" y="1892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dashboard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220370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site, every sensor, one clear screen.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15400" y="343814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 txBox="1"/>
          <p:nvPr/>
        </p:nvSpPr>
        <p:spPr>
          <a:xfrm>
            <a:off x="9189720" y="33101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that shows where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89720" y="362102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orange, or red — see the exact site in trouble.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15400" y="485546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 txBox="1"/>
          <p:nvPr/>
        </p:nvSpPr>
        <p:spPr>
          <a:xfrm>
            <a:off x="9189720" y="47274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instantly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89720" y="503834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Warning → Critical, the moment it changes.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AUTOMATED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Handles The Paperwork Too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caught, logged, and turned into a task — automatically. No one has to notice first.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0624" y="2203704"/>
            <a:ext cx="3593592" cy="2130552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5400000" algn="bl" rotWithShape="0">
              <a:srgbClr val="0B1220">
                <a:alpha val="2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6" name="Image 0" descr="C:/Users/huawei/AppData/Local/Temp/claude/c--Users-huawei-AquaSentinel/620282f4-9a37-4fb2-8f4a-ba6a19369272/scratchpad/screenshots/03-inci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337560" cy="1874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4622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Log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73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anomaly, with proof and a timestamp.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42232" y="2203704"/>
            <a:ext cx="3593592" cy="2130552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5400000" algn="bl" rotWithShape="0">
              <a:srgbClr val="0B1220">
                <a:alpha val="2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10" name="Image 1" descr="C:/Users/huawei/AppData/Local/Temp/claude/c--Users-huawei-AquaSentinel/620282f4-9a37-4fb2-8f4a-ba6a19369272/scratchpad/screenshots/04-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2331720"/>
            <a:ext cx="3337560" cy="1874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70248" y="44622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Tasks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270248" y="4773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assigned to check it, automatically.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863840" y="2203704"/>
            <a:ext cx="3593592" cy="2130552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5400000" algn="bl" rotWithShape="0">
              <a:srgbClr val="0B1220">
                <a:alpha val="2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14" name="Image 2" descr="C:/Users/huawei/AppData/Local/Temp/claude/c--Users-huawei-AquaSentinel/620282f4-9a37-4fb2-8f4a-ba6a19369272/scratchpad/screenshots/05-system-l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6" y="2331720"/>
            <a:ext cx="3337560" cy="1874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91856" y="44622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Reports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7991856" y="4773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audit-ready report, written for you.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092440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8092440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KELANI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Four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22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sensors read the water and air, all the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22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777240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DECIDE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on-site checks readings against safe limits, instantly.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22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 txBox="1"/>
          <p:nvPr/>
        </p:nvSpPr>
        <p:spPr>
          <a:xfrm>
            <a:off x="77724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15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something's wrong, it logs it and creates a task right away — no internet needed for this step.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22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777240" y="5029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21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and the response are sent to the cloud, so everyone can see it.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safety response never waits on an internet connection.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9944" y="1335024"/>
            <a:ext cx="3776472" cy="4561027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5400000" algn="bl" rotWithShape="0">
              <a:srgbClr val="0B1220">
                <a:alpha val="2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20" name="Image 0" descr="C:/Users/huawei/AppData/Local/Temp/claude/c--Users-huawei-AquaSentinel/620282f4-9a37-4fb2-8f4a-ba6a19369272/scratchpad/screenshots/architecture-full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63040"/>
            <a:ext cx="3520440" cy="43049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4984A-375E-6D17-ED88-AF23A8B95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87" y="1613995"/>
            <a:ext cx="4958209" cy="33391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7FBA939-F323-66FD-A523-6B7032BD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43" y="1666241"/>
            <a:ext cx="5195101" cy="32003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4578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FIRST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The First Of Our Kind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30175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using these three sensors together, on one rig, this way — AquaSentinel is the first system of its kind in South Africa.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023360" y="4206240"/>
            <a:ext cx="411480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2194560" y="4480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mine toxic runoff is one of the biggest environmental problems facing our country today.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092440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8092440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KARABO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361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AquaSentinel detects and alerts. Here's where we take it next.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749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68680" y="25603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868680" y="2560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Alert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1188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 finds the problem the moment it happens and tells you immediately — with proof, logged automatically.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583680" y="2286000"/>
            <a:ext cx="5074920" cy="3063240"/>
          </a:xfrm>
          <a:prstGeom prst="roundRect">
            <a:avLst>
              <a:gd name="adj" fmla="val 4179"/>
            </a:avLst>
          </a:prstGeom>
          <a:solidFill>
            <a:srgbClr val="0B1220"/>
          </a:solidFill>
          <a:ln/>
          <a:effectLst>
            <a:outerShdw blurRad="177800" dist="63500" dir="5400000" algn="bl" rotWithShape="0">
              <a:srgbClr val="0B1220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903720" y="25603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8334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6903720" y="2560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WITH FUNDING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1089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Water Treatment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8404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pump system that treats the water on-site — using acids and other treatment to neutralise it — the moment a problem is found.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 alarm into an actual fix — no person needed.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AQUASENTINEL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</a:t>
            </a: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Monitor. Detect. Comply. Protect.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AQUASENTINEL  ·  MICT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640</Words>
  <Application>Microsoft Office PowerPoint</Application>
  <PresentationFormat>Widescreen</PresentationFormat>
  <Paragraphs>111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Unathi Nokwanda Mnisi</cp:lastModifiedBy>
  <cp:revision>2</cp:revision>
  <dcterms:created xsi:type="dcterms:W3CDTF">2026-09-18T07:02:30Z</dcterms:created>
  <dcterms:modified xsi:type="dcterms:W3CDTF">2026-09-18T08:01:31Z</dcterms:modified>
</cp:coreProperties>
</file>